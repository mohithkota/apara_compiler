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03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A2332"/>
                </a:solidFill>
              </a:rPr>
              <a:t>APARA C Compiler &amp; Engine Simulator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0632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555C66"/>
                </a:solidFill>
              </a:rPr>
              <a:t>Handoff: a verified compiler, six simulator fixes, and the evidence behind both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3949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55C66"/>
                </a:solidFill>
              </a:rPr>
              <a:t>Mohith Kota  ·  APARA C Compiler Project  · 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2332"/>
                </a:solidFill>
              </a:rPr>
              <a:t>What is being delivered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60120"/>
            <a:ext cx="2377440" cy="41148"/>
          </a:xfrm>
          <a:prstGeom prst="rect">
            <a:avLst/>
          </a:prstGeom>
          <a:solidFill>
            <a:srgbClr val="0B5C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1A2332"/>
                </a:solidFill>
              </a:rPr>
              <a:t>•  A feature-complete C compiler for the APARA VLIW ISA — used like gcc: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0B5CAD"/>
                </a:solidFill>
              </a:rPr>
              <a:t>–  git clone → export APARA_TOOLS=… → ./apara-cc prog.c --run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A2332"/>
                </a:solidFill>
              </a:rPr>
              <a:t>•  Verification: 1,300+ programs, every result bit-matched against native gcc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1A2332"/>
                </a:solidFill>
              </a:rPr>
              <a:t>–  71/71 golden gate · fp01–09 50/50 bit-exact · fuzz: 275 + 613 programs, 0 FAIL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1A2332"/>
                </a:solidFill>
              </a:rPr>
              <a:t>–  Coverage audit: 102/102 (instruction × sub-op × datatype) — nothing untested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A2332"/>
                </a:solidFill>
              </a:rPr>
              <a:t>•  Six simulator source fixes — applied LOCALLY, shipped as a reviewable installer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A81E1E"/>
                </a:solidFill>
              </a:rPr>
              <a:t>–  Nothing pushed to the upstream engine repo — approval is today's decision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A2332"/>
                </a:solidFill>
              </a:rPr>
              <a:t>•  A map of remaining engine gaps (reported, not fixed; none affect the compiler)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2332"/>
                </a:solidFill>
              </a:rPr>
              <a:t>Compiler: feature-complete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60120"/>
            <a:ext cx="2377440" cy="41148"/>
          </a:xfrm>
          <a:prstGeom prst="rect">
            <a:avLst/>
          </a:prstGeom>
          <a:solidFill>
            <a:srgbClr val="0B5C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42415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55C66"/>
                </a:solidFill>
              </a:rPr>
              <a:t>Every row verified against gcc on the simulator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5577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1A2332"/>
                </a:solidFill>
              </a:rPr>
              <a:t>•  Full integer C — all widths, signed/unsigned, all operators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2332"/>
                </a:solidFill>
              </a:rPr>
              <a:t>•  Structs, unions, bit-fields, enums, statics, goto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2332"/>
                </a:solidFill>
              </a:rPr>
              <a:t>•  Pointers: arith, &amp;x, p[i], q−p, struct pointers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2332"/>
                </a:solidFill>
              </a:rPr>
              <a:t>•  Arrays 1D / 2D / 3D, initialized, global + local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A2332"/>
                </a:solidFill>
              </a:rPr>
              <a:t>•  Floating point f32 + f64 — BIT-EXACT vs gcc (50/50)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2332"/>
                </a:solidFill>
              </a:rPr>
              <a:t>•  Function pointers — via a compile-time linker pass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2332"/>
                </a:solidFill>
              </a:rPr>
              <a:t>•  Variadic functions and &gt;4 arguments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2332"/>
                </a:solidFill>
              </a:rPr>
              <a:t>•  Vector intrinsics: $v, $dot, $vreduce, $cmov, $slice, $pack, $fsqrt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417320"/>
            <a:ext cx="52120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A2332"/>
                </a:solidFill>
              </a:rPr>
              <a:t>•  Optimizer: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1A2332"/>
                </a:solidFill>
              </a:rPr>
              <a:t>–  28-register dynamic allocation + spilling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1A2332"/>
                </a:solidFill>
              </a:rPr>
              <a:t>–  CSE, LICM, loop-carried register promotion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1A2332"/>
                </a:solidFill>
              </a:rPr>
              <a:t>–  VLIW scheduling honoring hardware lane limits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1E7D32"/>
                </a:solidFill>
              </a:rPr>
              <a:t>–  up to −74% static bundles on kernels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A2332"/>
                </a:solidFill>
              </a:rPr>
              <a:t>•  Out of scope by design: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555C66"/>
                </a:solidFill>
              </a:rPr>
              <a:t>–  strings (not needed), NaN compares, u64 ordered compare ≥ 2^63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2332"/>
                </a:solidFill>
              </a:rPr>
              <a:t>How correctness is established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60120"/>
            <a:ext cx="2377440" cy="41148"/>
          </a:xfrm>
          <a:prstGeom prst="rect">
            <a:avLst/>
          </a:prstGeom>
          <a:solidFill>
            <a:srgbClr val="0B5C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42415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55C66"/>
                </a:solidFill>
              </a:rPr>
              <a:t>Differential testing: gcc is the oracle, not our own expectations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A2332"/>
                </a:solidFill>
              </a:rPr>
              <a:t>•  Every test writes results[] — the compiler compiles the SAME source with native gcc and records gcc's answers as expected DMEM post-conditions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A2332"/>
                </a:solidFill>
              </a:rPr>
              <a:t>•  The simulator checks every slot: PASS = "produced gcc's values", never "looks right"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2332"/>
                </a:solidFill>
              </a:rPr>
              <a:t>•  Two fuzz campaigns generate whole programs (UB-free by construction): 1,013 seeds + 13 directed tests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2332"/>
                </a:solidFill>
              </a:rPr>
              <a:t>•  A coverage auditor scans the emitted mcode of every PASSING program:</a:t>
            </a:r>
          </a:p>
          <a:p>
            <a:pPr lvl="1">
              <a:spcAft>
                <a:spcPts val="600"/>
              </a:spcAft>
            </a:pPr>
            <a:r>
              <a:rPr sz="1600" b="1">
                <a:solidFill>
                  <a:srgbClr val="0B5CAD"/>
                </a:solidFill>
              </a:rPr>
              <a:t>–  all 102 instruction × sub-op × datatype combinations proven executed — "leave nothing untouched" is measured, not assumed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A2332"/>
                </a:solidFill>
              </a:rPr>
              <a:t>•  This method found 16 real bugs (10 compiler, 6 simulator) — all fixed, all documented with dates in STATUS.md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2332"/>
                </a:solidFill>
              </a:rPr>
              <a:t>Why the simulator source needed fixes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60120"/>
            <a:ext cx="2377440" cy="41148"/>
          </a:xfrm>
          <a:prstGeom prst="rect">
            <a:avLst/>
          </a:prstGeom>
          <a:solidFill>
            <a:srgbClr val="0B5C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42415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55C66"/>
                </a:solidFill>
              </a:rPr>
              <a:t>A compiler cannot be validated against a simulator that computes wrong answers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A2332"/>
                </a:solidFill>
              </a:rPr>
              <a:t>•  Six defects found in engine_isp are OUTSIDE the compiler's control: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A81E1E"/>
                </a:solidFill>
              </a:rPr>
              <a:t>–  3 make ISA instructions silently produce wrong values ($fsqrt→0, unsigned $vreduce, cast masking)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1A2332"/>
                </a:solidFill>
              </a:rPr>
              <a:t>–  3 are July FP fixes that existed only in binaries and were lost to a rebuild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A2332"/>
                </a:solidFill>
              </a:rPr>
              <a:t>•  "Silently wrong" is the worst case for hardware bring-up: RTL would be validated against a wrong reference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2332"/>
                </a:solidFill>
              </a:rPr>
              <a:t>•  Every fix is minimal &amp; local — reuses existing machinery, changes no interfaces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E7D32"/>
                </a:solidFill>
              </a:rPr>
              <a:t>•  Your tree is untouched: fixes live in my local build + engine_patches/apply_engine_fixes.py (--check / --apply, idempotent, conflict-detecting)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2332"/>
                </a:solidFill>
              </a:rPr>
              <a:t>Fix 1: $fsqrt was an unimplemented stub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60120"/>
            <a:ext cx="2377440" cy="41148"/>
          </a:xfrm>
          <a:prstGeom prst="rect">
            <a:avLst/>
          </a:prstGeom>
          <a:solidFill>
            <a:srgbClr val="0B5C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42415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55C66"/>
                </a:solidFill>
              </a:rPr>
              <a:t>MachineRun.cpp : 599  —  McodeFsqrtInstruction::Execute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A2332"/>
                </a:solidFill>
              </a:rPr>
              <a:t>Cause:  Execute() was a placeholder; __alu_operation__ already implements __FSQRT via fp_sqrt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A81E1E"/>
                </a:solidFill>
              </a:rPr>
              <a:t>Effect:  every $fsqrt returned 0 — sqrt(4.0) → 0; hardware would be validated against zeros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1460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555C66"/>
                </a:solidFill>
              </a:rPr>
              <a:t>Before (search for this text)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788920"/>
            <a:ext cx="5394960" cy="2926080"/>
          </a:xfrm>
          <a:prstGeom prst="rect">
            <a:avLst/>
          </a:prstGeom>
          <a:solidFill>
            <a:srgbClr val="F4F5F7"/>
          </a:solidFill>
          <a:ln>
            <a:solidFill>
              <a:srgbClr val="C8C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/>
            <a:r>
              <a:rPr sz="1300">
                <a:solidFill>
                  <a:srgbClr val="1A2332"/>
                </a:solidFill>
                <a:latin typeface="Consolas"/>
              </a:rPr>
              <a:t>McodeRoot::Error("McodeFsqrtInstruction</a:t>
            </a:r>
          </a:p>
          <a:p>
            <a:r>
              <a:rPr sz="1300">
                <a:solidFill>
                  <a:srgbClr val="1A2332"/>
                </a:solidFill>
                <a:latin typeface="Consolas"/>
              </a:rPr>
              <a:t>  yet to be implemented", this);</a:t>
            </a:r>
          </a:p>
          <a:p>
            <a:r>
              <a:rPr sz="1300">
                <a:solidFill>
                  <a:srgbClr val="1A2332"/>
                </a:solidFill>
                <a:latin typeface="Consolas"/>
              </a:rPr>
              <a:t>Set_Out_Arg (0, 0);</a:t>
            </a:r>
          </a:p>
          <a:p>
            <a:r>
              <a:rPr sz="1300">
                <a:solidFill>
                  <a:srgbClr val="1A2332"/>
                </a:solidFill>
                <a:latin typeface="Consolas"/>
              </a:rPr>
              <a:t>return;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251460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555C66"/>
                </a:solidFill>
              </a:rPr>
              <a:t>After (patch applied)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2788920"/>
            <a:ext cx="5394960" cy="2926080"/>
          </a:xfrm>
          <a:prstGeom prst="rect">
            <a:avLst/>
          </a:prstGeom>
          <a:solidFill>
            <a:srgbClr val="F4F5F7"/>
          </a:solidFill>
          <a:ln>
            <a:solidFill>
              <a:srgbClr val="C8C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/>
            <a:r>
              <a:rPr sz="1300">
                <a:solidFill>
                  <a:srgbClr val="1A2332"/>
                </a:solidFill>
                <a:latin typeface="Consolas"/>
              </a:rPr>
              <a:t>uint64_t ovalue;</a:t>
            </a:r>
          </a:p>
          <a:p>
            <a:r>
              <a:rPr sz="1300">
                <a:solidFill>
                  <a:srgbClr val="1A2332"/>
                </a:solidFill>
                <a:latin typeface="Consolas"/>
              </a:rPr>
              <a:t>___execute_alu_operation___(</a:t>
            </a:r>
          </a:p>
          <a:p>
            <a:r>
              <a:rPr sz="1300">
                <a:solidFill>
                  <a:srgbClr val="1A2332"/>
                </a:solidFill>
                <a:latin typeface="Consolas"/>
              </a:rPr>
              <a:t>  Get_Opcode(), Get_Dest_Type(),</a:t>
            </a:r>
          </a:p>
          <a:p>
            <a:r>
              <a:rPr sz="1300">
                <a:solidFill>
                  <a:srgbClr val="1A2332"/>
                </a:solidFill>
                <a:latin typeface="Consolas"/>
              </a:rPr>
              <a:t>  Get_Src_Type(), Get_In_Arg(0),</a:t>
            </a:r>
          </a:p>
          <a:p>
            <a:r>
              <a:rPr sz="1300">
                <a:solidFill>
                  <a:srgbClr val="1A2332"/>
                </a:solidFill>
                <a:latin typeface="Consolas"/>
              </a:rPr>
              <a:t>  0, 0, 0, ovalue);</a:t>
            </a:r>
          </a:p>
          <a:p>
            <a:r>
              <a:rPr sz="1300">
                <a:solidFill>
                  <a:srgbClr val="1A2332"/>
                </a:solidFill>
                <a:latin typeface="Consolas"/>
              </a:rPr>
              <a:t>Set_Out_Arg (0, ovalue);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E7D32"/>
                </a:solidFill>
              </a:rPr>
              <a:t>After the patch:  sqrt(4.0) → 2.0 IEEE-exact (0x4010… → 0x4000…);  d08 = 8/8 vs gcc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2332"/>
                </a:solidFill>
              </a:rPr>
              <a:t>Fix 2: float casts → error branch, output UNINITIALIZED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60120"/>
            <a:ext cx="2377440" cy="41148"/>
          </a:xfrm>
          <a:prstGeom prst="rect">
            <a:avLst/>
          </a:prstGeom>
          <a:solidFill>
            <a:srgbClr val="0B5C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42415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55C66"/>
                </a:solidFill>
              </a:rPr>
              <a:t>McodeExecute.cpp : 27–33  —  ___execute_cast_operation___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A2332"/>
                </a:solidFill>
              </a:rPr>
              <a:t>Cause:  full cast body was guarded by if(neither type is float); float casts fell to an error else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A81E1E"/>
                </a:solidFill>
              </a:rPr>
              <a:t>Effect:  destination register got host-memory garbage (e.g. 0x7ffd83e474a0) — nondeterministic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1460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555C66"/>
                </a:solidFill>
              </a:rPr>
              <a:t>Before (search for this text)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788920"/>
            <a:ext cx="5394960" cy="2926080"/>
          </a:xfrm>
          <a:prstGeom prst="rect">
            <a:avLst/>
          </a:prstGeom>
          <a:solidFill>
            <a:srgbClr val="F4F5F7"/>
          </a:solidFill>
          <a:ln>
            <a:solidFill>
              <a:srgbClr val="C8C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/>
            <a:r>
              <a:rPr sz="1300">
                <a:solidFill>
                  <a:srgbClr val="1A2332"/>
                </a:solidFill>
                <a:latin typeface="Consolas"/>
              </a:rPr>
              <a:t>if(!dest_type.Get_Float_Flag()</a:t>
            </a:r>
          </a:p>
          <a:p>
            <a:r>
              <a:rPr sz="1300">
                <a:solidFill>
                  <a:srgbClr val="1A2332"/>
                </a:solidFill>
                <a:latin typeface="Consolas"/>
              </a:rPr>
              <a:t>   &amp;&amp; !src_type.Get_Float_Flag())</a:t>
            </a:r>
          </a:p>
          <a:p>
            <a:r>
              <a:rPr sz="1300">
                <a:solidFill>
                  <a:srgbClr val="1A2332"/>
                </a:solidFill>
                <a:latin typeface="Consolas"/>
              </a:rPr>
              <a:t>{ /* implementation */ }</a:t>
            </a:r>
          </a:p>
          <a:p>
            <a:r>
              <a:rPr sz="1300">
                <a:solidFill>
                  <a:srgbClr val="1A2332"/>
                </a:solidFill>
                <a:latin typeface="Consolas"/>
              </a:rPr>
              <a:t>else</a:t>
            </a:r>
          </a:p>
          <a:p>
            <a:r>
              <a:rPr sz="1300">
                <a:solidFill>
                  <a:srgbClr val="1A2332"/>
                </a:solidFill>
                <a:latin typeface="Consolas"/>
              </a:rPr>
              <a:t>  Error("Float conversions in cast</a:t>
            </a:r>
          </a:p>
          <a:p>
            <a:r>
              <a:rPr sz="1300">
                <a:solidFill>
                  <a:srgbClr val="1A2332"/>
                </a:solidFill>
                <a:latin typeface="Consolas"/>
              </a:rPr>
              <a:t>   not supported as yet.");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251460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555C66"/>
                </a:solidFill>
              </a:rPr>
              <a:t>After (patch applied)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2788920"/>
            <a:ext cx="5394960" cy="2926080"/>
          </a:xfrm>
          <a:prstGeom prst="rect">
            <a:avLst/>
          </a:prstGeom>
          <a:solidFill>
            <a:srgbClr val="F4F5F7"/>
          </a:solidFill>
          <a:ln>
            <a:solidFill>
              <a:srgbClr val="C8C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/>
            <a:r>
              <a:rPr sz="1300">
                <a:solidFill>
                  <a:srgbClr val="1A2332"/>
                </a:solidFill>
                <a:latin typeface="Consolas"/>
              </a:rPr>
              <a:t>if(1)   /* every cast takes the</a:t>
            </a:r>
          </a:p>
          <a:p>
            <a:r>
              <a:rPr sz="1300">
                <a:solidFill>
                  <a:srgbClr val="1A2332"/>
                </a:solidFill>
                <a:latin typeface="Consolas"/>
              </a:rPr>
              <a:t>           one real path;</a:t>
            </a:r>
          </a:p>
          <a:p>
            <a:r>
              <a:rPr sz="1300">
                <a:solidFill>
                  <a:srgbClr val="1A2332"/>
                </a:solidFill>
                <a:latin typeface="Consolas"/>
              </a:rPr>
              <a:t>           ___cast_operation___</a:t>
            </a:r>
          </a:p>
          <a:p>
            <a:r>
              <a:rPr sz="1300">
                <a:solidFill>
                  <a:srgbClr val="1A2332"/>
                </a:solidFill>
                <a:latin typeface="Consolas"/>
              </a:rPr>
              <a:t>           dispatches int&lt;-&gt;float</a:t>
            </a:r>
          </a:p>
          <a:p>
            <a:r>
              <a:rPr sz="1300">
                <a:solidFill>
                  <a:srgbClr val="1A2332"/>
                </a:solidFill>
                <a:latin typeface="Consolas"/>
              </a:rPr>
              <a:t>           itself (Fix 3) */</a:t>
            </a:r>
          </a:p>
          <a:p>
            <a:r>
              <a:rPr sz="1300">
                <a:solidFill>
                  <a:srgbClr val="1A2332"/>
                </a:solidFill>
                <a:latin typeface="Consolas"/>
              </a:rPr>
              <a:t>{ /* implementation */ 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E7D32"/>
                </a:solidFill>
              </a:rPr>
              <a:t>After the patch:  fp01–09 = 50/50 bit-exact (with Fixes 3, 4, 6)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2332"/>
                </a:solidFill>
              </a:rPr>
              <a:t>Fix 3: int↔float dispatch called the helpers SWAPPED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60120"/>
            <a:ext cx="2377440" cy="41148"/>
          </a:xfrm>
          <a:prstGeom prst="rect">
            <a:avLst/>
          </a:prstGeom>
          <a:solidFill>
            <a:srgbClr val="0B5C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42415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55C66"/>
                </a:solidFill>
              </a:rPr>
              <a:t>McodeOperations.cpp : 330–343  —  ___cast_operation___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A2332"/>
                </a:solidFill>
              </a:rPr>
              <a:t>Cause:  plain transposition: int source → cast_float_to_int, float source → cast_int_to_float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A81E1E"/>
                </a:solidFill>
              </a:rPr>
              <a:t>Effect:  every conversion read its operand as the wrong representation — garbage both directions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1460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555C66"/>
                </a:solidFill>
              </a:rPr>
              <a:t>Before (search for this text)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788920"/>
            <a:ext cx="5394960" cy="2926080"/>
          </a:xfrm>
          <a:prstGeom prst="rect">
            <a:avLst/>
          </a:prstGeom>
          <a:solidFill>
            <a:srgbClr val="F4F5F7"/>
          </a:solidFill>
          <a:ln>
            <a:solidFill>
              <a:srgbClr val="C8C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/>
            <a:r>
              <a:rPr sz="1300">
                <a:solidFill>
                  <a:srgbClr val="1A2332"/>
                </a:solidFill>
                <a:latin typeface="Consolas"/>
              </a:rPr>
              <a:t>if(!src_type.Get_Float_Flag())</a:t>
            </a:r>
          </a:p>
          <a:p>
            <a:r>
              <a:rPr sz="1300">
                <a:solidFill>
                  <a:srgbClr val="1A2332"/>
                </a:solidFill>
                <a:latin typeface="Consolas"/>
              </a:rPr>
              <a:t>  w = cast_float_to_int (…);</a:t>
            </a:r>
          </a:p>
          <a:p>
            <a:r>
              <a:rPr sz="1300">
                <a:solidFill>
                  <a:srgbClr val="1A2332"/>
                </a:solidFill>
                <a:latin typeface="Consolas"/>
              </a:rPr>
              <a:t>else if(!dest_type.Get_Float_Flag())</a:t>
            </a:r>
          </a:p>
          <a:p>
            <a:r>
              <a:rPr sz="1300">
                <a:solidFill>
                  <a:srgbClr val="1A2332"/>
                </a:solidFill>
                <a:latin typeface="Consolas"/>
              </a:rPr>
              <a:t>  w = cast_int_to_float (…);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251460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555C66"/>
                </a:solidFill>
              </a:rPr>
              <a:t>After (patch applied)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2788920"/>
            <a:ext cx="5394960" cy="2926080"/>
          </a:xfrm>
          <a:prstGeom prst="rect">
            <a:avLst/>
          </a:prstGeom>
          <a:solidFill>
            <a:srgbClr val="F4F5F7"/>
          </a:solidFill>
          <a:ln>
            <a:solidFill>
              <a:srgbClr val="C8C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/>
            <a:r>
              <a:rPr sz="1300">
                <a:solidFill>
                  <a:srgbClr val="1A2332"/>
                </a:solidFill>
                <a:latin typeface="Consolas"/>
              </a:rPr>
              <a:t>if(!src_type.Get_Float_Flag())</a:t>
            </a:r>
          </a:p>
          <a:p>
            <a:r>
              <a:rPr sz="1300">
                <a:solidFill>
                  <a:srgbClr val="1A2332"/>
                </a:solidFill>
                <a:latin typeface="Consolas"/>
              </a:rPr>
              <a:t>  w = cast_int_to_float (…);</a:t>
            </a:r>
          </a:p>
          <a:p>
            <a:r>
              <a:rPr sz="1300">
                <a:solidFill>
                  <a:srgbClr val="1A2332"/>
                </a:solidFill>
                <a:latin typeface="Consolas"/>
              </a:rPr>
              <a:t>else if(!dest_type.Get_Float_Flag())</a:t>
            </a:r>
          </a:p>
          <a:p>
            <a:r>
              <a:rPr sz="1300">
                <a:solidFill>
                  <a:srgbClr val="1A2332"/>
                </a:solidFill>
                <a:latin typeface="Consolas"/>
              </a:rPr>
              <a:t>  w = cast_float_to_int (…);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E7D32"/>
                </a:solidFill>
              </a:rPr>
              <a:t>After the patch:  all casts flow through here — verified by the full FP suite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2332"/>
                </a:solidFill>
              </a:rPr>
              <a:t>Fix 4: scalar 32-bit casts masked as if VECTOR casts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60120"/>
            <a:ext cx="2377440" cy="41148"/>
          </a:xfrm>
          <a:prstGeom prst="rect">
            <a:avLst/>
          </a:prstGeom>
          <a:solidFill>
            <a:srgbClr val="0B5C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42415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55C66"/>
                </a:solidFill>
              </a:rPr>
              <a:t>McodeOperations.cpp : 314–321  —  ___cast_operation___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A2332"/>
                </a:solidFill>
              </a:rPr>
              <a:t>Cause:  is_vector_cast came from in_vals.size()&gt;1 — but Break_Vector splits scalar 32-bit values into 2 entries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A81E1E"/>
                </a:solidFill>
              </a:rPr>
              <a:t>Effect:  (int)(-6.0f) stored 0x00000000FFFFFFFA — sign extension stripped by the 32-bit lane mask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1460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555C66"/>
                </a:solidFill>
              </a:rPr>
              <a:t>Before (search for this text)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788920"/>
            <a:ext cx="5394960" cy="2926080"/>
          </a:xfrm>
          <a:prstGeom prst="rect">
            <a:avLst/>
          </a:prstGeom>
          <a:solidFill>
            <a:srgbClr val="F4F5F7"/>
          </a:solidFill>
          <a:ln>
            <a:solidFill>
              <a:srgbClr val="C8C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/>
            <a:r>
              <a:rPr sz="1300">
                <a:solidFill>
                  <a:srgbClr val="1A2332"/>
                </a:solidFill>
                <a:latin typeface="Consolas"/>
              </a:rPr>
              <a:t>int is_vector_cast =</a:t>
            </a:r>
          </a:p>
          <a:p>
            <a:r>
              <a:rPr sz="1300">
                <a:solidFill>
                  <a:srgbClr val="1A2332"/>
                </a:solidFill>
                <a:latin typeface="Consolas"/>
              </a:rPr>
              <a:t>    (in_vals.size() &gt; 1);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251460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555C66"/>
                </a:solidFill>
              </a:rPr>
              <a:t>After (patch applied)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2788920"/>
            <a:ext cx="5394960" cy="2926080"/>
          </a:xfrm>
          <a:prstGeom prst="rect">
            <a:avLst/>
          </a:prstGeom>
          <a:solidFill>
            <a:srgbClr val="F4F5F7"/>
          </a:solidFill>
          <a:ln>
            <a:solidFill>
              <a:srgbClr val="C8C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/>
            <a:r>
              <a:rPr sz="1300">
                <a:solidFill>
                  <a:srgbClr val="1A2332"/>
                </a:solidFill>
                <a:latin typeface="Consolas"/>
              </a:rPr>
              <a:t>int is_vector_cast =</a:t>
            </a:r>
          </a:p>
          <a:p>
            <a:r>
              <a:rPr sz="1300">
                <a:solidFill>
                  <a:srgbClr val="1A2332"/>
                </a:solidFill>
                <a:latin typeface="Consolas"/>
              </a:rPr>
              <a:t>    (src_type.Get_Vector_Flag()</a:t>
            </a:r>
          </a:p>
          <a:p>
            <a:r>
              <a:rPr sz="1300">
                <a:solidFill>
                  <a:srgbClr val="1A2332"/>
                </a:solidFill>
                <a:latin typeface="Consolas"/>
              </a:rPr>
              <a:t>  &amp;&amp; dest_type.Get_Vector_Flag());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E7D32"/>
                </a:solidFill>
              </a:rPr>
              <a:t>After the patch:  fp03 restored 4/4; true vector casts unchanged (both flags set)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2332"/>
                </a:solidFill>
              </a:rPr>
              <a:t>Fix 5: unsigned $vreduce sign-extended its lanes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60120"/>
            <a:ext cx="2377440" cy="41148"/>
          </a:xfrm>
          <a:prstGeom prst="rect">
            <a:avLst/>
          </a:prstGeom>
          <a:solidFill>
            <a:srgbClr val="0B5C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42415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55C66"/>
                </a:solidFill>
              </a:rPr>
              <a:t>McodeOperations.cpp : 150–156  —  __vreduce_operation__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A2332"/>
                </a:solidFill>
              </a:rPr>
              <a:t>Cause:  shared lane value r was Sign_Extend_64'd BEFORE the signed/unsigned branch; unsigned branch consumed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A81E1E"/>
                </a:solidFill>
              </a:rPr>
              <a:t>Effect:  __vreduce_vu8(0x01f2…) = 20 instead of 276 (0xf2 lane summed as −14); wrong unsigned maxima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1460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555C66"/>
                </a:solidFill>
              </a:rPr>
              <a:t>Before (search for this text)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788920"/>
            <a:ext cx="5394960" cy="2926080"/>
          </a:xfrm>
          <a:prstGeom prst="rect">
            <a:avLst/>
          </a:prstGeom>
          <a:solidFill>
            <a:srgbClr val="F4F5F7"/>
          </a:solidFill>
          <a:ln>
            <a:solidFill>
              <a:srgbClr val="C8C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/>
            <a:r>
              <a:rPr sz="1300">
                <a:solidFill>
                  <a:srgbClr val="1A2332"/>
                </a:solidFill>
                <a:latin typeface="Consolas"/>
              </a:rPr>
              <a:t>// sign extend to 64-bits.</a:t>
            </a:r>
          </a:p>
          <a:p>
            <a:r>
              <a:rPr sz="1300">
                <a:solidFill>
                  <a:srgbClr val="1A2332"/>
                </a:solidFill>
                <a:latin typeface="Consolas"/>
              </a:rPr>
              <a:t>int64_t r = (int64_t)</a:t>
            </a:r>
          </a:p>
          <a:p>
            <a:r>
              <a:rPr sz="1300">
                <a:solidFill>
                  <a:srgbClr val="1A2332"/>
                </a:solidFill>
                <a:latin typeface="Consolas"/>
              </a:rPr>
              <a:t>  Sign_Extend_64(nbits-1, ele);</a:t>
            </a:r>
          </a:p>
          <a:p>
            <a:r>
              <a:rPr sz="1300">
                <a:solidFill>
                  <a:srgbClr val="1A2332"/>
                </a:solidFill>
                <a:latin typeface="Consolas"/>
              </a:rPr>
              <a:t>if(signed_flag) { … }</a:t>
            </a:r>
          </a:p>
          <a:p>
            <a:r>
              <a:rPr sz="1300">
                <a:solidFill>
                  <a:srgbClr val="1A2332"/>
                </a:solidFill>
                <a:latin typeface="Consolas"/>
              </a:rPr>
              <a:t>else { /* uses sign-extended r */ 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251460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555C66"/>
                </a:solidFill>
              </a:rPr>
              <a:t>After (patch applied)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2788920"/>
            <a:ext cx="5394960" cy="2926080"/>
          </a:xfrm>
          <a:prstGeom prst="rect">
            <a:avLst/>
          </a:prstGeom>
          <a:solidFill>
            <a:srgbClr val="F4F5F7"/>
          </a:solidFill>
          <a:ln>
            <a:solidFill>
              <a:srgbClr val="C8C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/>
            <a:r>
              <a:rPr sz="1300">
                <a:solidFill>
                  <a:srgbClr val="1A2332"/>
                </a:solidFill>
                <a:latin typeface="Consolas"/>
              </a:rPr>
              <a:t>uint64_t r = ele;  // lane-masked</a:t>
            </a:r>
          </a:p>
          <a:p>
            <a:r>
              <a:rPr sz="1300">
                <a:solidFill>
                  <a:srgbClr val="1A2332"/>
                </a:solidFill>
                <a:latin typeface="Consolas"/>
              </a:rPr>
              <a:t>                   // = zero-extended</a:t>
            </a:r>
          </a:p>
          <a:p>
            <a:r>
              <a:rPr sz="1300">
                <a:solidFill>
                  <a:srgbClr val="1A2332"/>
                </a:solidFill>
                <a:latin typeface="Consolas"/>
              </a:rPr>
              <a:t>if(signed_flag) {</a:t>
            </a:r>
          </a:p>
          <a:p>
            <a:r>
              <a:rPr sz="1300">
                <a:solidFill>
                  <a:srgbClr val="1A2332"/>
                </a:solidFill>
                <a:latin typeface="Consolas"/>
              </a:rPr>
              <a:t>  int64_t r = Sign_Extend_64(…);</a:t>
            </a:r>
          </a:p>
          <a:p>
            <a:r>
              <a:rPr sz="1300">
                <a:solidFill>
                  <a:srgbClr val="1A2332"/>
                </a:solidFill>
                <a:latin typeface="Consolas"/>
              </a:rPr>
              <a:t>  …  // signed path unchanged</a:t>
            </a:r>
          </a:p>
          <a:p>
            <a:r>
              <a:rPr sz="1300">
                <a:solidFill>
                  <a:srgbClr val="1A2332"/>
                </a:solidFill>
                <a:latin typeface="Consolas"/>
              </a:rPr>
              <a:t>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E7D32"/>
                </a:solidFill>
              </a:rPr>
              <a:t>After the patch:  d06 = 8/8: +/​$max reductions at vi8/vu8/vi16/vu16/vi32/vu32 vs gcc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2332"/>
                </a:solidFill>
              </a:rPr>
              <a:t>Fix 6: cast_int_to_float: C ternary promoted negatives to 2^64−n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60120"/>
            <a:ext cx="2377440" cy="41148"/>
          </a:xfrm>
          <a:prstGeom prst="rect">
            <a:avLst/>
          </a:prstGeom>
          <a:solidFill>
            <a:srgbClr val="0B5C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42415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55C66"/>
                </a:solidFill>
              </a:rPr>
              <a:t>McodeFpuUtils.cpp : 437–450  —  cast_int_to_float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A2332"/>
                </a:solidFill>
              </a:rPr>
              <a:t>Cause:  cond ? (u &amp; 0xffffffff) : (int)u — the signed arm's int promotes to the unsigned arm's uint64_t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A81E1E"/>
                </a:solidFill>
              </a:rPr>
              <a:t>Effect:  (float)(-3) became ~1.8×10^19; EVERY negative int→float cast wrong (positives fine — how it hid)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1460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555C66"/>
                </a:solidFill>
              </a:rPr>
              <a:t>Before (search for this text)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788920"/>
            <a:ext cx="5394960" cy="2926080"/>
          </a:xfrm>
          <a:prstGeom prst="rect">
            <a:avLst/>
          </a:prstGeom>
          <a:solidFill>
            <a:srgbClr val="F4F5F7"/>
          </a:solidFill>
          <a:ln>
            <a:solidFill>
              <a:srgbClr val="C8C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/>
            <a:r>
              <a:rPr sz="1300">
                <a:solidFill>
                  <a:srgbClr val="1A2332"/>
                </a:solidFill>
                <a:latin typeface="Consolas"/>
              </a:rPr>
              <a:t>double x =</a:t>
            </a:r>
          </a:p>
          <a:p>
            <a:r>
              <a:rPr sz="1300">
                <a:solidFill>
                  <a:srgbClr val="1A2332"/>
                </a:solidFill>
                <a:latin typeface="Consolas"/>
              </a:rPr>
              <a:t> (src_type.Get_Unsigned_Flag()</a:t>
            </a:r>
          </a:p>
          <a:p>
            <a:r>
              <a:rPr sz="1300">
                <a:solidFill>
                  <a:srgbClr val="1A2332"/>
                </a:solidFill>
                <a:latin typeface="Consolas"/>
              </a:rPr>
              <a:t>   ?  (u &amp; 0xffffffff)</a:t>
            </a:r>
          </a:p>
          <a:p>
            <a:r>
              <a:rPr sz="1300">
                <a:solidFill>
                  <a:srgbClr val="1A2332"/>
                </a:solidFill>
                <a:latin typeface="Consolas"/>
              </a:rPr>
              <a:t>   :  (int) u);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251460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555C66"/>
                </a:solidFill>
              </a:rPr>
              <a:t>After (patch applied)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2788920"/>
            <a:ext cx="5394960" cy="2926080"/>
          </a:xfrm>
          <a:prstGeom prst="rect">
            <a:avLst/>
          </a:prstGeom>
          <a:solidFill>
            <a:srgbClr val="F4F5F7"/>
          </a:solidFill>
          <a:ln>
            <a:solidFill>
              <a:srgbClr val="C8C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/>
            <a:r>
              <a:rPr sz="1300">
                <a:solidFill>
                  <a:srgbClr val="1A2332"/>
                </a:solidFill>
                <a:latin typeface="Consolas"/>
              </a:rPr>
              <a:t>double x;</a:t>
            </a:r>
          </a:p>
          <a:p>
            <a:r>
              <a:rPr sz="1300">
                <a:solidFill>
                  <a:srgbClr val="1A2332"/>
                </a:solidFill>
                <a:latin typeface="Consolas"/>
              </a:rPr>
              <a:t>if(src_type.Get_Unsigned_Flag())</a:t>
            </a:r>
          </a:p>
          <a:p>
            <a:r>
              <a:rPr sz="1300">
                <a:solidFill>
                  <a:srgbClr val="1A2332"/>
                </a:solidFill>
                <a:latin typeface="Consolas"/>
              </a:rPr>
              <a:t>  x = (double)(u &amp; __mmask__(snbits));</a:t>
            </a:r>
          </a:p>
          <a:p>
            <a:r>
              <a:rPr sz="1300">
                <a:solidFill>
                  <a:srgbClr val="1A2332"/>
                </a:solidFill>
                <a:latin typeface="Consolas"/>
              </a:rPr>
              <a:t>else {</a:t>
            </a:r>
          </a:p>
          <a:p>
            <a:r>
              <a:rPr sz="1300">
                <a:solidFill>
                  <a:srgbClr val="1A2332"/>
                </a:solidFill>
                <a:latin typeface="Consolas"/>
              </a:rPr>
              <a:t>  int64_t sv = ((int64_t)(u &lt;&lt;</a:t>
            </a:r>
          </a:p>
          <a:p>
            <a:r>
              <a:rPr sz="1300">
                <a:solidFill>
                  <a:srgbClr val="1A2332"/>
                </a:solidFill>
                <a:latin typeface="Consolas"/>
              </a:rPr>
              <a:t>    (64-snbits))) &gt;&gt; (64-snbits);</a:t>
            </a:r>
          </a:p>
          <a:p>
            <a:r>
              <a:rPr sz="1300">
                <a:solidFill>
                  <a:srgbClr val="1A2332"/>
                </a:solidFill>
                <a:latin typeface="Consolas"/>
              </a:rPr>
              <a:t>  x = (double) sv;</a:t>
            </a:r>
          </a:p>
          <a:p>
            <a:r>
              <a:rPr sz="1300">
                <a:solidFill>
                  <a:srgbClr val="1A2332"/>
                </a:solidFill>
                <a:latin typeface="Consolas"/>
              </a:rPr>
              <a:t>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E7D32"/>
                </a:solidFill>
              </a:rPr>
              <a:t>After the patch:  fp03 4/4 (neg &amp; pos int→float, ×, ÷, +); also fixes the hard-coded 32-bit mask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2332"/>
                </a:solidFill>
              </a:rPr>
              <a:t>Process incident — and the safeguards now in place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60120"/>
            <a:ext cx="2377440" cy="41148"/>
          </a:xfrm>
          <a:prstGeom prst="rect">
            <a:avLst/>
          </a:prstGeom>
          <a:solidFill>
            <a:srgbClr val="0B5C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42415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55C66"/>
                </a:solidFill>
              </a:rPr>
              <a:t>Why three fixes say “re-applied”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A2332"/>
                </a:solidFill>
              </a:rPr>
              <a:t>•  July 17–18: FP fixes (2, 3, 6) were built &amp; deployed as BINARIES; source stayed pristine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A81E1E"/>
                </a:solidFill>
              </a:rPr>
              <a:t>•  July 19: rebuilding for the $fsqrt fix regenerated binaries from unfixed source → fixes silently reverted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E7D32"/>
                </a:solidFill>
              </a:rPr>
              <a:t>•  The regression gate caught it immediately (fp03 failing, 60/61)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A2332"/>
                </a:solidFill>
              </a:rPr>
              <a:t>•  All six fixes now live IN SOURCE, each with an explanatory comment at the site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2332"/>
                </a:solidFill>
              </a:rPr>
              <a:t>•  apply_engine_fixes.py --check verifies all six by exact text match; --apply installs on a pristine tree; conflicts (upstream drift) are reported, never guessed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0B5CAD"/>
                </a:solidFill>
              </a:rPr>
              <a:t>•  Standing rule: no fix is ever binary-only; the full gate runs after every rebuild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2332"/>
                </a:solidFill>
              </a:rPr>
              <a:t>Remaining engine gaps — reported, NOT fixed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60120"/>
            <a:ext cx="2377440" cy="41148"/>
          </a:xfrm>
          <a:prstGeom prst="rect">
            <a:avLst/>
          </a:prstGeom>
          <a:solidFill>
            <a:srgbClr val="0B5C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42415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55C66"/>
                </a:solidFill>
              </a:rPr>
              <a:t>None affect the compiler: the 102/102 audit proves it only uses the working subset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11556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A81E1E"/>
                </a:solidFill>
              </a:rPr>
              <a:t>•  NEW FINDING — $vreduce * always returns 0:  McodeOperations.cpp:108 (author's TODO) + :161 — accumulator initialized to 0, multiplicative identity should be 1; validity check allows it → silent zero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2332"/>
                </a:solidFill>
              </a:rPr>
              <a:t>•  f4/f8/f16 float widths: fp_div/fp_sqrt/casts end in assert(0) — McodeFpuUtils.cpp:407/426/460 (loud crash)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2332"/>
                </a:solidFill>
              </a:rPr>
              <a:t>•  Native $abs/$max/$min broken (compiler lowers to $cmov instead)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2332"/>
                </a:solidFill>
              </a:rPr>
              <a:t>•  $pack validity checked silently — only a generic "invalid instructions" error (McodeClasses.hpp:412)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2332"/>
                </a:solidFill>
              </a:rPr>
              <a:t>•  mcode_align emits bundles even after lane-placement ERRORS (CTI not in lane 0 → return into mid-bundle). Recommendation: hard-fail. Compiler bundler now enforces limits itself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A2332"/>
                </a:solidFill>
              </a:rPr>
              <a:t>•  IMEM is ~0x800 words (≈240 bundles) — half the documented size; the one real capacity limit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2332"/>
                </a:solidFill>
              </a:rPr>
              <a:t>Decisions requested today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60120"/>
            <a:ext cx="2377440" cy="41148"/>
          </a:xfrm>
          <a:prstGeom prst="rect">
            <a:avLst/>
          </a:prstGeom>
          <a:solidFill>
            <a:srgbClr val="0B5C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1A2332"/>
                </a:solidFill>
              </a:rPr>
              <a:t>•  1.  Approve the six simulator fixes for the upstream tree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1A2332"/>
                </a:solidFill>
              </a:rPr>
              <a:t>–  apply_engine_fixes.py installs them exactly; or re-type by hand from the report — upstream is untouched until you approve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A2332"/>
                </a:solidFill>
              </a:rPr>
              <a:t>•  2.  Acknowledge the remaining gaps — especially $vreduce * silent-zero and align's emit-on-error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A2332"/>
                </a:solidFill>
              </a:rPr>
              <a:t>•  3.  Hardware validation ownership — repo is self-contained (clone → gate → hardware); any lab member can run it without me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A2332"/>
                </a:solidFill>
              </a:rPr>
              <a:t>•  4.  Confirm whether the half-size IMEM is intentional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120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55C66"/>
                </a:solidFill>
              </a:rPr>
              <a:t>Deliverables in hand: APARA_COMPILER repo (compiler + 1,300-program evidence + installer)</a:t>
            </a:r>
          </a:p>
          <a:p>
            <a:r>
              <a:rPr sz="1500" b="0">
                <a:solidFill>
                  <a:srgbClr val="555C66"/>
                </a:solidFill>
              </a:rPr>
              <a:t>Documents: meeting_report.pdf (this deck's full detail, with file:line for every claim)  ·  ENGINE_SOURCE_CHANGES.md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