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8FF"/>
                </a:solidFill>
              </a:rPr>
              <a:t>APARA  C  →  mcode 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A complete 5-stage compiler targeting the APARA VLIW processor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192024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19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1. Preprocess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543300"/>
            <a:ext cx="1097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87168" y="3291840"/>
            <a:ext cx="192024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3319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2. Parse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7408" y="3543300"/>
            <a:ext cx="1097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17136" y="3291840"/>
            <a:ext cx="1920240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319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3. IR Gen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37376" y="3543300"/>
            <a:ext cx="1097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547104" y="3291840"/>
            <a:ext cx="1920240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319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4. Code Gen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67344" y="3543300"/>
            <a:ext cx="1097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577072" y="3291840"/>
            <a:ext cx="1920240" cy="5029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319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5.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3-Addr 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Raw mcode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VLIW mcode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2636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APARA Architecture  |  Register File: 32 × 64-bit  |  DMEM word-addressed  |  VLIW bundles up to 8 instructions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APARA Processor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What the compiler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303520" cy="493776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120640" cy="4791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8FF"/>
                </a:solidFill>
              </a:rPr>
              <a:t>Register File  (32 × 64-bit)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r0  = ZERO   (always 0, hardware-fixed)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r1  = RET    (function return value)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r2–r5  = ARG0–ARG3  (function arguments)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r6–r25 = GEN0–GEN19  (20 general-purpose registers)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r26 = FP   (frame pointer)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r27 = SP   (stack pointer)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r28 = GBASE (global data base = 0x400)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r29 = ONE  (always 1 — used for unconditional branches)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r30 = SCR  (scratch / address scratch)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r31 = SCIDX (spare scratch; consecutive with r30 for $pack)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05840"/>
            <a:ext cx="6035040" cy="23774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078992"/>
            <a:ext cx="585216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8FF"/>
                </a:solidFill>
              </a:rPr>
              <a:t>Data Memory (DMEM)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Word-addressed, each word = 8 bytes (64-bit)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GBASE = 0x400 — all globals start here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word_index = byte_address / 8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Variable 'a' at 0x400  →  word 0x80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$ld ($i64) reads full 64-bit word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$st ($i64) writes full 64-bit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3566160"/>
            <a:ext cx="6035040" cy="23774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639312"/>
            <a:ext cx="585216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8FF"/>
                </a:solidFill>
              </a:rPr>
              <a:t>VLIW Bundle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1, 2, 4, or 8 instructions per bundle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All instructions in a bundle execute in parallel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Compiler resolves ALL hazards — no hardware interlocks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RAW (Read-After-Write) → must split into separate bundles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WAW (Write-After-Write) → must split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WAR (Write-After-Read) → SAFE, can bundle freely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Compiler Pipeline — End-to-End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737360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test_alu.c
(C Source)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1737360" cy="8229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gcc -E -P
(Preprocessor)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66160"/>
            <a:ext cx="1737360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pycparser
(C → AST)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1737360" cy="8229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ir_gen.py
(AST → 3-Addr IR)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4754880"/>
            <a:ext cx="1737360" cy="8229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codegen.py
(IR → raw mcode)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754880"/>
            <a:ext cx="1737360" cy="8229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bundler.py
(VLIW packing)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754880"/>
            <a:ext cx="1737360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test_alu.mcode
(output)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2011680"/>
            <a:ext cx="0" cy="365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34440" y="3200400"/>
            <a:ext cx="0" cy="365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34440" y="4389120"/>
            <a:ext cx="0" cy="36576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03120" y="516636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97680" y="516636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92240" y="516636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60320" y="3566160"/>
            <a:ext cx="1737360" cy="822960"/>
          </a:xfrm>
          <a:prstGeom prst="rect">
            <a:avLst/>
          </a:prstGeom>
          <a:solidFill>
            <a:srgbClr val="1E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363931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eval_ir()
(static interpreter)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566160"/>
            <a:ext cx="1737360" cy="822960"/>
          </a:xfrm>
          <a:prstGeom prst="rect">
            <a:avLst/>
          </a:prstGeom>
          <a:solidFill>
            <a:srgbClr val="1E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63931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build_data_map()
(global init values)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377440"/>
            <a:ext cx="1737360" cy="822960"/>
          </a:xfrm>
          <a:prstGeom prst="rect">
            <a:avLst/>
          </a:prstGeom>
          <a:solidFill>
            <a:srgbClr val="4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45059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test_alu.result
(expected outputs)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377440"/>
            <a:ext cx="1737360" cy="822960"/>
          </a:xfrm>
          <a:prstGeom prst="rect">
            <a:avLst/>
          </a:prstGeom>
          <a:solidFill>
            <a:srgbClr val="4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450592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data.map
(DMEM initial values)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234440" y="4389120"/>
            <a:ext cx="2194560" cy="365760"/>
          </a:xfrm>
          <a:prstGeom prst="line">
            <a:avLst/>
          </a:prstGeom>
          <a:ln w="254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29000" y="3200400"/>
            <a:ext cx="0" cy="365760"/>
          </a:xfrm>
          <a:prstGeom prst="line">
            <a:avLst/>
          </a:prstGeom>
          <a:ln w="25400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234440" y="4389120"/>
            <a:ext cx="4389120" cy="365760"/>
          </a:xfrm>
          <a:prstGeom prst="line">
            <a:avLst/>
          </a:prstGeom>
          <a:ln w="254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23560" y="3200400"/>
            <a:ext cx="0" cy="365760"/>
          </a:xfrm>
          <a:prstGeom prst="line">
            <a:avLst/>
          </a:prstGeom>
          <a:ln w="25400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961120" y="1188720"/>
            <a:ext cx="2103120" cy="640080"/>
          </a:xfrm>
          <a:prstGeom prst="rect">
            <a:avLst/>
          </a:prstGeom>
          <a:solidFill>
            <a:srgbClr val="2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234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CCCC"/>
                </a:solidFill>
              </a:rPr>
              <a:t>run.sh
(mcode_align + mcode_assemble)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2103120"/>
            <a:ext cx="2103120" cy="640080"/>
          </a:xfrm>
          <a:prstGeom prst="rect">
            <a:avLst/>
          </a:prstGeom>
          <a:solidFill>
            <a:srgbClr val="2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2148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CCCC"/>
                </a:solidFill>
              </a:rPr>
              <a:t>mcode_run
(APARA simulator/hardware)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3017520"/>
            <a:ext cx="2103120" cy="640080"/>
          </a:xfrm>
          <a:prstGeom prst="rect">
            <a:avLst/>
          </a:prstGeom>
          <a:solidFill>
            <a:srgbClr val="0A4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0632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676"/>
                </a:solidFill>
              </a:rPr>
              <a:t>PostCondition Check
PASSED / FAILED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8686800" y="1508760"/>
            <a:ext cx="1325880" cy="36576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12680" y="1828800"/>
            <a:ext cx="0" cy="27432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012680" y="2743200"/>
            <a:ext cx="0" cy="27432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Stage 1 + 2 — Preprocessing &amp;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669280" cy="25603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548640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Stage 1 — Preprocessing  (compiler.py: preprocess())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Command:  gcc -E -P  input.c  -o  input_preprocessed.c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Expands all #include and #define macros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Removes all #ifdef / #endif preprocessor directives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-P flag strips line-number markers from output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Fallback: strips lines starting with # if gcc not found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Output: pure C with no preprocessor directives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669280" cy="25603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78992"/>
            <a:ext cx="548640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Stage 2 — Parsing  (compiler.py: uses pycparser)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pycparser is a standards-compliant C99 parser (pure Python)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Input: preprocessed C file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Output: Abstract Syntax Tree (AST) — tree of C constructs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AST nodes: FileAST, Decl, FuncDef, Assignment, BinaryOp,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  If, While, For, Return, FuncCall, UnaryOp, Constant ...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The compiler's ir_gen.py then walks this 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5669280" cy="274320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3840479"/>
            <a:ext cx="5449824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Example AST for:  a + b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BinaryOp(op='+'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left  = ID(name='a')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right = ID(name='b')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# Example AST for:  add_res = a + b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Assignment(op='='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lvalue = ID(name='add_res')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rvalue = BinaryOp(op='+'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left  = ID(name='a')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right = ID(name='b')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669280" cy="274320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3840479"/>
            <a:ext cx="5449824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ir_gen.py visits the AST top-down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class IRGen(NodeVisitor):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def visit_FileAST(self, node):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for decl in node.ext: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self.visit(decl)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def visit_Assignment(self, node):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src = self.visit(node.rvalue)   # recurse right side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dst = self.visit(node.lvalue)   # get destination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self.emit(IRAssign(dst, src))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def visit_BinaryOp(self, node):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l = self.visit(node.left)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 = self.visit(node.right)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t = self.new_temp()             # new virtual register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self.emit(IRBinOp(t, node.op, l, r))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return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Stage 3 — Three-Address IR (Intermediate Representation)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00"/>
                </a:solidFill>
              </a:rPr>
              <a:t>Three-Address IR: every instruction has at most 3 operands  —  dest = src1  OP  src2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3474720" cy="502920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08760"/>
            <a:ext cx="3255264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E676"/>
                </a:solidFill>
                <a:latin typeface="Courier New"/>
              </a:rPr>
              <a:t>// C Source (test_alu.c)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long long a = 10;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long long b = 3;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long long add_res = 0;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long long mod_res = 0;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int main() {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    add_res = a + b;    // 13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    mod_res = a % b;    // 1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    return add_res;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3931920"/>
            <a:ext cx="457201" cy="0"/>
          </a:xfrm>
          <a:prstGeom prst="line">
            <a:avLst/>
          </a:prstGeom>
          <a:ln w="381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0" y="4069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FF"/>
                </a:solidFill>
              </a:rPr>
              <a:t>ir_gen.py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4572000" cy="502920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508760"/>
            <a:ext cx="4352544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Three-Address IR output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GLOBAL a       @0x400  init=[10]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GLOBAL b       @0x408  init=[3]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GLOBAL add_res @0x410  init=[0]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GLOBAL mod_res @0x418  init=[0]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FUNC_BEGIN main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_t1 = DMEM[0x400+0]   # load a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_t2 = DMEM[0x408+0]   # load b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_t3 = _t1 + _t2       # add (result=13)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DMEM[0x410+0] = _t3   # store add_res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_t4 = DMEM[0x400+0]   # load a again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_t5 = DMEM[0x408+0]   # load b again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_t6 = _t4 / _t5       # synthetic % step 1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_t7 = _t6 * _t5       #             step 2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_t8 = _t4 - _t7       # a - (a/b)*b = 1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DMEM[0x418+0] = _t8   # store mod_res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_t9 = DMEM[0x410+0]   # load add_res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RETURN _t9             # return 13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FUNC_END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417320"/>
            <a:ext cx="2880360" cy="502920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90472"/>
            <a:ext cx="2697480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IR Node Classes (ir.py — 37 total)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IRGlobalDecl  — global variable + DMEM address + init value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IRFuncBegin / IRFuncEnd  — function boundary markers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IRLabel / IRJump  — branch targets and unconditional jumps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IRBinOp  — dest = src1 OP src2   (all 12 ALU ops)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IRUnaryOp  — dest = OP src  (neg, ~, !)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IRGlobalLoad  — dest = DMEM[base + offset]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IRGlobalStore  — DMEM[base + offset] = src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IRCondJump  — if left OP right goto label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IRCall / IRReturn  — function call / return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IRCast, IRCmov, IRSlice, IRPack  — APARA-specific ops</a:t>
            </a:r>
          </a:p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</a:rPr>
              <a:t>IRVecArith, IRVecDot, IRVecReduce  — vector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Stage 4 — Code Generation  (codegen.py)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029200" cy="292608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484632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What codegen.py does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Walks every IR node and emits APARA mcode instructions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Allocates Temp variables → physical registers ($r6–$r25)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Manages stack frames: saves/restores caller-save registers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Generates startup block: GBASE, SP, ONE, global initializers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Implements modulo (%) via div + mul + sub  (no ISA % opcode)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Handles all 6 branch conditions: ==, !=, &lt;, &gt;, &lt;=, &gt;=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Constant folding: if (10 != 5) evaluated at compile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05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Register Assignment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417320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472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_t1  (first temp in main)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4721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1609344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1892808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9476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_t2  (second temp)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892808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947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2084832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0" y="2368296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_t3  (= _t1 + _t2)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368296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423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2560320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0" y="2843784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843784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898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...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3035808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33741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</a:rPr>
              <a:t>_t9  (return value holder)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319272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374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$r16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0" y="3511296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0" y="3794760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3849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545"/>
                </a:solidFill>
              </a:rPr>
              <a:t>SCR  (address scratch)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794760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38496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$r30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0" y="3986784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486400" y="4270248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4325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545"/>
                </a:solidFill>
              </a:rPr>
              <a:t>SCIDX (spare scratch)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4270248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4325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$r31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0" y="4462272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486400" y="4745736"/>
            <a:ext cx="3200400" cy="384048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500"/>
                </a:solidFill>
              </a:rPr>
              <a:t>ONE  (always 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745736"/>
            <a:ext cx="1371600" cy="384048"/>
          </a:xfrm>
          <a:prstGeom prst="rect">
            <a:avLst/>
          </a:prstGeom>
          <a:solidFill>
            <a:srgbClr val="0A264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4800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A500"/>
                </a:solidFill>
              </a:rPr>
              <a:t>$r29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86800" y="4937760"/>
            <a:ext cx="9144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74320" y="4023360"/>
            <a:ext cx="5029200" cy="260604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114800"/>
            <a:ext cx="480974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Generated mcode (before bundling)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apara_start: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$set $r28 0 1024       ; GBASE = 0x400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$set $r27 0 32760      ; SP = 0x7ff8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$r29 ($i64) $r0 1    ; ONE = 1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$r30 ($i64) $r0 10   ; SCR = 10 (value of 'a')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$st ($i64) [$r28+0] $r30   ; DMEM[0x400] = 10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...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$call main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$halt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main: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$r6 [$r28+0]    ; r6 = a = 10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$r7 [$r28+8]    ; r7 = b = 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$r8 ($i64) $r6 $r7       ; r8 = 13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$st ($i64) [$r28+16] $r8   ; add_res = 13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...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$r1 ($i64) $r0 $r16      ; r1 = return value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$return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Stack Frame Layout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434840"/>
            <a:ext cx="4572000" cy="292608"/>
          </a:xfrm>
          <a:prstGeom prst="rect">
            <a:avLst/>
          </a:prstGeom>
          <a:solidFill>
            <a:srgbClr val="40201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44622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[FP + 0]   saved old FP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764024"/>
            <a:ext cx="4572000" cy="292608"/>
          </a:xfrm>
          <a:prstGeom prst="rect">
            <a:avLst/>
          </a:prstGeom>
          <a:solidFill>
            <a:srgbClr val="162A4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47914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[FP - 8]   local var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5093208"/>
            <a:ext cx="4572000" cy="292608"/>
          </a:xfrm>
          <a:prstGeom prst="rect">
            <a:avLst/>
          </a:prstGeom>
          <a:solidFill>
            <a:srgbClr val="162A4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2120" y="51206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[FP - 16]  local var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5422392"/>
            <a:ext cx="4572000" cy="292608"/>
          </a:xfrm>
          <a:prstGeom prst="rect">
            <a:avLst/>
          </a:prstGeom>
          <a:solidFill>
            <a:srgbClr val="162A4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54498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5751576"/>
            <a:ext cx="4572000" cy="292608"/>
          </a:xfrm>
          <a:prstGeom prst="rect">
            <a:avLst/>
          </a:prstGeom>
          <a:solidFill>
            <a:srgbClr val="10204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2120" y="57790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[FP - 80]  caller-save r6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6080760"/>
            <a:ext cx="4572000" cy="292608"/>
          </a:xfrm>
          <a:prstGeom prst="rect">
            <a:avLst/>
          </a:prstGeom>
          <a:solidFill>
            <a:srgbClr val="10204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61081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...        caller-save r7–r25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6409944"/>
            <a:ext cx="45720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2120" y="64373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← SP points here at bottom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Stage 5 — VLIW Bundler  (bundler.py)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000"/>
                </a:solidFill>
              </a:rPr>
              <a:t>Goal: pack as many instructions per bundle as possible while preserving correct execution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029200" cy="25603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90472"/>
            <a:ext cx="484632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Hazard Rules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RAW — Read After Write:  instr B reads a reg that instr A just wrote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   → MUST split A and B into different bundles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WAW — Write After Write: both A and B write the same reg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   → MUST split (last write would silently discard the first)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WAR — Write After Read: B writes a reg that A reads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   → SAFE to bundle (all reads happen before any writes in VLIW)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023360"/>
            <a:ext cx="5029200" cy="260604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114800"/>
            <a:ext cx="480974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bundler.py — greedy forward packing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def _pack_bundles(flat_instructions):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bundles = []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current_bundle = []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written_so_far = set()    # regs written in this bundle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for instr in flat_instructions: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reads, writes = _parse_deps(instr)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# RAW check: does this instr read something already written?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if reads &amp; written_so_far: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bundles.append(current_bundle)  # flush bundle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current_bundle = []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written_so_far = set()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# WAW check: does this instr write something already written?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if writes &amp; written_so_far: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bundles.append(current_bundle)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current_bundle = []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    written_so_far = set()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current_bundle.append(instr)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written_so_far |= writes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return bundles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</a:rPr>
              <a:t>Before Bundling (82 bundles)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3017520" cy="448056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920240"/>
            <a:ext cx="2798064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$r6 [$r28+0]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$r7 [$r28+8]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$r8 ($i64) $r6 $r7   ← RAW: reads r6,r7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$st ($i64) [$r28+16] $r8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$r9 [$r28+0]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After Bundling (41 bundles)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828800"/>
            <a:ext cx="3017520" cy="448056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920240"/>
            <a:ext cx="2798064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lds can bundle with prior $st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# because they write different regs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$r6 [$r28+0]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$r7 [$r28+8]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+ $r8 ($i64) $r6 $r7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← split (RAW on r6, r7)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||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$st ($i64) [$r28+16] $r8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$r9 [$r28+0]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$ld ($i64) $r10 [$r28+8]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6400800"/>
            <a:ext cx="6217920" cy="347472"/>
          </a:xfrm>
          <a:prstGeom prst="rect">
            <a:avLst/>
          </a:prstGeom>
          <a:solidFill>
            <a:srgbClr val="0A40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642823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</a:rPr>
              <a:t>Result for test_alu:  82 bundles  →  41 bundles   (50% reduction in execution cycles)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data.map  &amp;  result file — How They Are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029200" cy="23774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484632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data.map — DMEM Initial Values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Generated by  build_data_map()  in compiler.py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One entry per global variable declaration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Format:  0x&lt;word_index&gt;: 0x&lt;64-bit value&gt;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word_index  =  byte_address / 8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GBASE = 0x400  →  first global at word 0x80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Loaded by mcode_run before program starts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520440"/>
            <a:ext cx="5029200" cy="315468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3611880"/>
            <a:ext cx="480974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data.map for test_alu.c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0x0:  0x0000000000000000   # placeholder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0x80: 0x000000000000000a   # a = 10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0x81: 0x0000000000000003   # b = 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0x82: 0x0000000000000000   # add_res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0x83: 0x0000000000000000   # sub_res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0x84: 0x0000000000000000   # mul_res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0x85: 0x0000000000000000   # div_res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0x86: 0x0000000000000000   # mod_res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0x87: 0x0000000000000000   # and_res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0x88: 0x0000000000000000   # or_res 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0x89: 0x0000000000000000   # xor_res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0x8a: 0x0000000000000000   # shl_res  = 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0x8b: 0x0000000000000000   # shr_res 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669280" cy="23774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78992"/>
            <a:ext cx="548640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result file — Expected Outputs (Golden Reference)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Generated by  eval_ir()  — a static IR interpreter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Works only for straight-line code (no branches/loops/calls)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Simulates every IR instruction using Python arithmetic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Produces:   reg  0x1  &lt;value&gt;   for return value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            mem  0x&lt;word&gt;  &lt;value&gt;  for each changed global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mcode_run compares hardware output against this file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PASSED = all values match exactly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520440"/>
            <a:ext cx="5669280" cy="315468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3611880"/>
            <a:ext cx="544982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# test_alu.result  (auto-generated by eval_ir)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reg 0x1  0x000000000000000d    # return = 13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0x82 0x000000000000000d    # add_res = 13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0x83 0x0000000000000007    # sub_res =  7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0x84 0x000000000000001e    # mul_res = 30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0x85 0x0000000000000003    # div_res =  3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0x86 0x0000000000000001    # mod_res =  1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0x87 0x0000000000000002    # and_res =  2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0x88 0x000000000000000b    # or_res  = 11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0x89 0x0000000000000009    # xor_res =  9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0x8a 0x0000000000000050    # shl_res = 80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mem 0x8b 0x0000000000000001    # shr_res = 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How to Write C Code for the APARA Compiler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486400" cy="51206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530352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What IS supported (scalar)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All integer types: int, long, long long (treated as 64-bit)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Global variables with initial values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All 12 arithmetic operators: + - * / %  | &amp; ^ ~ &lt;&lt; &gt;&gt;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All 6 comparisons: == != &lt; &gt; &lt;= &gt;=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Logical: &amp;&amp;  ||  !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All compound assignments: += -= *= /= %= &amp;= |= ^= &lt;&lt;= &gt;&gt;=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Increment/decrement: ++  --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Ternary: cond ? a : b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Control flow: if/else, while, for, do-while, switch/case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Function calls (up to 4 arguments), recursion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Local variables, stack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05840"/>
            <a:ext cx="5943600" cy="3017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78992"/>
            <a:ext cx="5760720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APARA-specific intrinsic functions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__nor(a,b)    →  $nor  ($i64) dest a b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__nand(a,b)   →  $nand ($i64) dest a b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__xnor(a,b)   →  $xnor ($i64) dest a b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__cmov_gt(c,a,b) → $cmov_gt  (cond move)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__fsqrt(a)    →  $fsqrt  (float sqrt)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__vadd_vi32(a,b) → $vadd vi32 (vector add)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__slice(a,hi,lo)  → $slice  (bit slice)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__pack(a,b)   →  $pack   (64b from two 32b halves)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__nop()       →  $nop    (no operation)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160520"/>
            <a:ext cx="5943600" cy="201168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4233672"/>
            <a:ext cx="576072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What is NOT yet supported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Pointers and pointer arithmetic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Structs and unions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2D arrays and matrix operations  (next phase)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Float arithmetic (only $fsqrt intrinsic)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Sub-word loads/stores  ($i32/$i16/$i8 — hardware bug)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printf / stdlib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217920"/>
            <a:ext cx="5486400" cy="566928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309360"/>
            <a:ext cx="52669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E676"/>
                </a:solidFill>
                <a:latin typeface="Courier New"/>
              </a:rPr>
              <a:t>// Valid APARA C program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long long x = 5, y = 3, result = 0;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int main() {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result = x * y + (x - y);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if (result &gt; 10) {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    result = result / 2;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    return result;</a:t>
            </a:r>
          </a:p>
          <a:p>
            <a:r>
              <a:rPr sz="1000">
                <a:solidFill>
                  <a:srgbClr val="00E676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ISA Instruction Coverage — 100% of APARA opcodes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331720" cy="5303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51560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Integer ALU  (12/12)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453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+ ($i64)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89280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9293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- ($i64)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27685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3134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* ($i64)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660904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/ ($i64)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044952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81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| ($i64)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42900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655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&amp; ($i64)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81304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8496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^ ($i64)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19709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336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~ ($i64)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581144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617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&lt;&lt; ($i64)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965192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5001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&gt;&gt; ($i64)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34924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38581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$nor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73328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76986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$nand / $xnor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9192" y="1005840"/>
            <a:ext cx="2331720" cy="5303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52344" y="1051560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Branch / Control  (8/8)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52344" y="150876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15453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&gt; $goto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52344" y="189280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19293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&lt; $goto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52344" y="227685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23134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&gt;= $goto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52344" y="2660904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&lt;= $goto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52344" y="3044952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3081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== $goto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52344" y="342900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88920" y="34655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? OP != $goto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52344" y="381304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38496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$call / $return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52344" y="419709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88920" y="42336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$halt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4064" y="1005840"/>
            <a:ext cx="2331720" cy="5303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57216" y="1051560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Memory  (4/4)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57216" y="150876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792" y="15453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$ld ($i64)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57216" y="189280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93792" y="19293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$st ($i64)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57216" y="2276856"/>
            <a:ext cx="2185416" cy="329184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93792" y="23134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545"/>
                </a:solidFill>
              </a:rPr>
              <a:t>⚠  $ld ($i32)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57216" y="2660904"/>
            <a:ext cx="2185416" cy="329184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3792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545"/>
                </a:solidFill>
              </a:rPr>
              <a:t>⚠  $st ($i32)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88936" y="1005840"/>
            <a:ext cx="2331720" cy="5303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62088" y="1051560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Special  (7/7)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62088" y="150876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98664" y="15453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$set (immediate)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62088" y="189280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98664" y="19293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$cmov_gt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62088" y="227685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98664" y="23134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$fsqrt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62088" y="2660904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98664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$slice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62088" y="3044952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98664" y="3081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$pack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62088" y="342900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98664" y="34655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$nop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62088" y="381304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98664" y="38496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$vadd vi32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93808" y="1005840"/>
            <a:ext cx="2331720" cy="530352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1051560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Vector  (6/6)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150876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03536" y="15453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$vadd vi32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66960" y="1892808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03536" y="19293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$vsub vi32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2276856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03536" y="23134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$vmul vi32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66960" y="2660904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03536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$vdot vi32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66960" y="3044952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03536" y="30815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$vreduce vi32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66960" y="3429000"/>
            <a:ext cx="2185416" cy="329184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03536" y="34655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</a:rPr>
              <a:t>✓  $vmov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solidFill>
            <a:srgbClr val="0A400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6473952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E676"/>
                </a:solidFill>
              </a:rPr>
              <a:t>37 IR node classes  |  100% ISA coverage  |  All scalar ops verified  |  $i32/$i16/$i8 blocked by hardware engine bug (reported to professor)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Interesting Compiler Detail — Modulo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00"/>
                </a:solidFill>
              </a:rPr>
              <a:t>APARA ISA has no % (modulo) opcode — the compiler synthesises it from 3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029200" cy="1645920"/>
          </a:xfrm>
          <a:prstGeom prst="rect">
            <a:avLst/>
          </a:prstGeom>
          <a:solidFill>
            <a:srgbClr val="162A4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Mathematical Identity: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 % b  =  a  −  (a / b) ×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Example:   10 % 3  =  10 − (10/3)×3  =  10 − 3×3  =  10−9  =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5029200" cy="347472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246120"/>
            <a:ext cx="4809744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E676"/>
                </a:solidFill>
                <a:latin typeface="Courier New"/>
              </a:rPr>
              <a:t># C code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mod_res = a % b;   // 10 % 3 = 1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Three-Address IR (ir_gen.py expands %)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_t4 = DMEM[0x400+0]     # load a = 10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_t5 = DMEM[0x408+0]     # load b = 3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_t6 = _t4 / _t5         # t6 = 10/3 = 3  (integer div)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_t7 = _t6 * _t5         # t7 = 3*3  = 9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_t8 = _t4 - _t7         # t8 = 10-9 = 1  ← result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DMEM[0x418+0] = _t8     # store mod_res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Generated mcode (codegen.py)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$ld ($i64) $r18 [$r28+0]    ; r18 = a = 10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$ld ($i64) $r19 [$r28+8]    ; r19 = b = 3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/ $r31 ($i64) $r18 $r19     ; r31 = 10/3 = 3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* $r31 ($i64) $r31 $r19     ; r31 = 3*3  = 9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- $r20 ($i64) $r18 $r31     ; r20 = 10-9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417320"/>
            <a:ext cx="6400800" cy="51206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490472"/>
            <a:ext cx="621792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Constant Folding in Branches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Problem: if (10 != 5) compiled naively: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SCR = 10  then  SCR = 5  (overwrites!)  then  SCR-SCR = 0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'0 != 0' → False  →  branch NOT taken  (WRONG!)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Fix (codegen.py: _emit_cond_branch):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If both operands are Const → evaluate in Python at compile time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Emit either unconditional jump or fall-through — NO runtime compare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Example: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if (10 != 5)   →  Python: 10!=5 = True  →  emit $goto taken_lbl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if (5 == 5)    →  Python: 5==5  = True  →  emit $goto taken_lbl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</a:rPr>
              <a:t>  if (10 &lt; 3)    →  Python: 10&lt;3  = False  →  fall 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Roadmap — From Current State to GCC-level Compiler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240280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241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1
(DONE)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240280" cy="4754880"/>
          </a:xfrm>
          <a:prstGeom prst="rect">
            <a:avLst/>
          </a:prstGeom>
          <a:solidFill>
            <a:srgbClr val="162A4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544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</a:rPr>
              <a:t>Scalar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All ALU ops (12/12)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791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All 6 branch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if/else, while, for, do-while,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507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Function calls, recursion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365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Compound assignments, ternary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422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20 GEN registers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24028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0241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2
(Next)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508760"/>
            <a:ext cx="2240280" cy="4754880"/>
          </a:xfrm>
          <a:prstGeom prst="rect">
            <a:avLst/>
          </a:prstGeom>
          <a:solidFill>
            <a:srgbClr val="162A4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5544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Pointers &amp; Arrays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993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1D array access: a[i]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791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Pointer arithmetic: p++, *p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3649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Pass arrays to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0507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2D arrays: a[i][j]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365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String literals (char*)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005840"/>
            <a:ext cx="224028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0241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3
(Later)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1508760"/>
            <a:ext cx="2240280" cy="475488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15544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Structs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993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struct / union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6791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Nested structs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649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sizeof 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0507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Stack allocation of structs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7365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memcpy / memset intrinsics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1005840"/>
            <a:ext cx="2240280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10241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4
(Future)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1508760"/>
            <a:ext cx="2240280" cy="4754880"/>
          </a:xfrm>
          <a:prstGeom prst="rect">
            <a:avLst/>
          </a:prstGeom>
          <a:solidFill>
            <a:srgbClr val="162A40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2632" y="15544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6FC"/>
                </a:solidFill>
              </a:rPr>
              <a:t>Optimisation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1993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Register colouring (graph coloring)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26791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Common subexpression elimination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3649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Dead code elimination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0507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Loop unrolling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7365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Inline small functions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1005840"/>
            <a:ext cx="2240280" cy="5029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102412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5
(Advanced)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1508760"/>
            <a:ext cx="2240280" cy="4754880"/>
          </a:xfrm>
          <a:prstGeom prst="rect">
            <a:avLst/>
          </a:prstGeom>
          <a:solidFill>
            <a:srgbClr val="162A40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4352" y="15544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</a:rPr>
              <a:t>GCC-level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19933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Full C99 standard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6791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Float arithmetic (not just sqrt)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3649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Variadic functions (printf)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0507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Separate compilation / linker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4736592"/>
            <a:ext cx="2093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Debug info (DWARF)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492240"/>
            <a:ext cx="224028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6510528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◄ YOU ARE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Demo — Compiling test_alu.c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669280"/>
          </a:xfrm>
          <a:prstGeom prst="rect">
            <a:avLst/>
          </a:prstGeom>
          <a:solidFill>
            <a:srgbClr val="162A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6912864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E676"/>
                </a:solidFill>
                <a:latin typeface="Courier New"/>
              </a:rPr>
              <a:t># Step 1: Compile C to mcode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$ python3 compiler/compiler.py alu/test_alu.c -v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Step 2: Run on APARA hardware/simulator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$ cd alu/test_alu &amp;&amp; ./run.sh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What happens inside run.sh: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  mcode_align  test_alu.mcode   →  test_alu_aligned.mcode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  mcode_assemble test_alu_aligned.mcode → test_alu.bin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  mcode_run  test_alu.bin  data.map  test_alu.result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# PostCondition results: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1: reg 0x1 = 0xd  (return=13) 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2: mem 0x82 = 0xd  (add_res=13)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3: mem 0x83 = 0x7  (sub_res=7)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4: mem 0x84 = 0x1e (mul_res=30)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5: mem 0x85 = 0x3  (div_res=3)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6: mem 0x86 = 0x1  (mod_res=1)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7: mem 0x87 = 0x2  (and_res=2)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8: mem 0x88 = 0xb  (or_res=11)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9: mem 0x89 = 0x9  (xor_res=9)  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10: mem 0x8a = 0x50 (shl_res=80)     PASSED ✓</a:t>
            </a:r>
          </a:p>
          <a:p>
            <a:r>
              <a:rPr sz="1100">
                <a:solidFill>
                  <a:srgbClr val="00E676"/>
                </a:solidFill>
                <a:latin typeface="Courier New"/>
              </a:rPr>
              <a:t>PostCondition 11: mem 0x8b = 0x1  (shr_res=1)      PASSED 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005840"/>
            <a:ext cx="4297680" cy="320040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078992"/>
            <a:ext cx="411480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Key Numbers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Lines of compiler code:  ~1,400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Python files:  ir.py, ir_gen.py, codegen.py, bundler.py, compiler.py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ISA coverage:  100%  (37 IR nodes / all opcodes)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GEN registers used:  20  (r6–r25)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Bundle reduction:  82  →  41  (50% fewer cycles)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Tests passing:  9 of 9 ISA instruction tests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Sub-word LD/ST:  blocked by hardware engine bug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4343400"/>
            <a:ext cx="4297680" cy="2286000"/>
          </a:xfrm>
          <a:prstGeom prst="rect">
            <a:avLst/>
          </a:prstGeom>
          <a:solidFill>
            <a:srgbClr val="162A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4416552"/>
            <a:ext cx="411480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Output Files per Compilation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test_alu.mcode   — VLIW machine code (human-readable)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data.map         — DMEM initial values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test_alu.result  — expected register + memory state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</a:rPr>
              <a:t>run.sh           — one-command run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